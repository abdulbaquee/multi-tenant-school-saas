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yourself, the project title School Portal, university, mentor, and organization. Mention this is a cloud-based multi-tenant school administration SaaS built with Laravel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fragmented administration is a real operational problem and why a centralized SaaS approach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scope is intentionally focused for MCA demonstrability while covering core school operations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manual fragmentation with the centralized proposed system and show the live landing page branding.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architecture diagram and explain why native school_id tenancy was chosen for clarity and MCA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ER diagram to explain major entities and how school_id connects tenant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RBAC boundaries and why custom roles were excluded from MCA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academic setup and student management as the foundation for attendance, fees, and examinations.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that fee payments are sandbox-only, not a live Razorpay/Stripe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viva point: Activity/Audit/Backup are System Operations, not report hub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Springdale High A and B cannot see each other's student lists.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Quote the verified test totals from the repository — do not use outdated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Offer to log in live as Super Admin or School Admin and walk through tenant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about limitations — evaluators appreciate clear scope boundaries and realistic future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confidence, invite questions, and be ready to demonstrate login and tenant isolation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FFFFFF"/>
                </a:solidFill>
              </a:defRPr>
            </a:pPr>
            <a:r>
              <a:t>Multi-Tenant School Administration</a:t>
            </a:r>
            <a:br/>
            <a:r>
              <a:t>Management SaaS Platform</a:t>
            </a:r>
          </a:p>
          <a:p>
            <a:pPr>
              <a:spcAft>
                <a:spcPts val="600"/>
              </a:spcAft>
              <a:defRPr sz="2600" b="0">
                <a:solidFill>
                  <a:srgbClr val="BFDBFE"/>
                </a:solidFill>
              </a:defRPr>
            </a:pPr>
            <a:r>
              <a:t>School Portal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2000" b="0">
                <a:solidFill>
                  <a:srgbClr val="FFFFFF"/>
                </a:solidFill>
              </a:defRPr>
            </a:pPr>
            <a:r>
              <a:t>Submitted by: Mohammed Abdul Baquee</a:t>
            </a:r>
          </a:p>
          <a:p>
            <a:pPr>
              <a:spcAft>
                <a:spcPts val="600"/>
              </a:spcAft>
              <a:defRPr sz="1800" b="0">
                <a:solidFill>
                  <a:srgbClr val="E2E8F0"/>
                </a:solidFill>
              </a:defRPr>
            </a:pPr>
            <a:r>
              <a:t>Enrollment No.: O24MCA110215</a:t>
            </a:r>
          </a:p>
          <a:p>
            <a:pPr>
              <a:spcAft>
                <a:spcPts val="6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FFFFFF"/>
                </a:solidFill>
              </a:defRPr>
            </a:pPr>
            <a:r>
              <a:t>Chandigarh University</a:t>
            </a:r>
          </a:p>
          <a:p>
            <a:pPr>
              <a:spcAft>
                <a:spcPts val="600"/>
              </a:spcAft>
              <a:defRPr sz="1800" b="0">
                <a:solidFill>
                  <a:srgbClr val="E2E8F0"/>
                </a:solidFill>
              </a:defRPr>
            </a:pPr>
            <a:r>
              <a:t>Project Mentor: Ms. Kashish Gupta</a:t>
            </a:r>
          </a:p>
          <a:p>
            <a:pPr>
              <a:spcAft>
                <a:spcPts val="600"/>
              </a:spcAft>
              <a:defRPr sz="1800" b="0">
                <a:solidFill>
                  <a:srgbClr val="E2E8F0"/>
                </a:solidFill>
              </a:defRPr>
            </a:pPr>
            <a:r>
              <a:t>Regent Digitech Private Limited, Noida</a:t>
            </a:r>
          </a:p>
          <a:p>
            <a:pPr>
              <a:spcAft>
                <a:spcPts val="600"/>
              </a:spcAft>
              <a:defRPr sz="1600" b="0">
                <a:solidFill>
                  <a:srgbClr val="CBD5E1"/>
                </a:solidFill>
              </a:defRPr>
            </a:pPr>
            <a:r>
              <a:t>Academic Year: 2025–26</a:t>
            </a:r>
          </a:p>
          <a:p>
            <a:pPr>
              <a:spcAft>
                <a:spcPts val="600"/>
              </a:spcAft>
              <a:defRPr sz="1600" b="0">
                <a:solidFill>
                  <a:srgbClr val="CBD5E1"/>
                </a:solidFill>
              </a:defRPr>
            </a:pPr>
            <a:r>
              <a:t>MCA Major Project — Qollabb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Schools often rely on paper registers, spreadsheets, and disconnected tools.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The same student data is entered repeatedly, causing duplication and inconsistency.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Manual attendance, fee, and examination work is slow and error-prone.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Reporting requires collecting data from many sources with little automation.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Weak access control and limited audit evidence increase security risk.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Multi-school organizations lack a single secure, tenant-aware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Objectives and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Build a multi-tenant SaaS platform for school administration workflows.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Enforce tenant isolation and role-based access for four fixed roles.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Deliver 15 modules: auth, schools, users, academics, students, attendance, fees, exams, reports, dashboards, logs, backups.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Support Super Admin, School Admin, Teacher, and Accountant responsibilities.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Demonstrate engineering practice: layered architecture, services, policies, tests, deployment.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Out of scope: parent/student portals, mobile app, live payment gateway, custom roles.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Existing vs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608075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Existing: manual registers, spreadsheets, separate fee and exam files.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Existing: slow retrieval, human calculation errors, weak accountability.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Proposed: School Portal — one secure web application for all core workflows.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Proposed: structured academic setup, student records, and enrollment tracking.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Proposed: attendance entry, sandbox fee collection, examination and report cards.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Proposed: dashboards, operational reports, activity log, audit trail, backup evidence.</a:t>
            </a:r>
          </a:p>
        </p:txBody>
      </p:sp>
      <p:pic>
        <p:nvPicPr>
          <p:cNvPr id="4" name="Picture 3" descr="00_Landing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59" y="1143000"/>
            <a:ext cx="4754880" cy="2179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Architecture and Native Multi-Tenancy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58978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Layered monolith: Blade UI → routes/middleware → controllers → services → models → MySQL.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Native Laravel tenancy using school_id — no external tenancy package.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TenantContext middleware, global scopes, BelongsToTenant, policies, and services.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Single application and shared schema; each school is a logically isolated tenant.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Super Admin (school_id NULL) uses authorized platform paths only.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Stack: Laravel 13, PHP 8.4, MySQL 8, Bootstrap 5, Git/GitHub.</a:t>
            </a:r>
          </a:p>
        </p:txBody>
      </p:sp>
      <p:pic>
        <p:nvPicPr>
          <p:cNvPr id="4" name="Picture 3" descr="figure-4-1-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79" y="1143000"/>
            <a:ext cx="4937760" cy="64692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Database and ER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5806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MySQL 8 relational database with shared-schema multi-tenant design.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28 tables covering platform, tenant, academic, student, attendance, fee, exam, and operations data.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Tenant-owned records linked through school_id with indexes and foreign keys.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restrictOnDelete() preserves academic, financial, and audit history.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Normalization reduces duplication across students, enrollments, and transactions.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ER design supports reporting, RBAC, and tenant isolation testing.</a:t>
            </a:r>
          </a:p>
        </p:txBody>
      </p:sp>
      <p:pic>
        <p:nvPicPr>
          <p:cNvPr id="4" name="Picture 3" descr="figure-4-2-er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143000"/>
            <a:ext cx="5029200" cy="37272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Roles and Authorization (RBAC)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6263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Super Admin: platform dashboard, school management, platform reports, backups.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School Admin: own-school settings, users, academics, students, attendance, fees, exams, reports, logs.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Teacher: assigned attendance, marks entry, and scoped report-card access.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Accountant: fee collection, receipts, outstanding balances, financial reports.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Authorization via Laravel Policies, Gates, middleware, and Form Request validation.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Fixed four-role model keeps permissions testable and secure.</a:t>
            </a:r>
          </a:p>
        </p:txBody>
      </p:sp>
      <p:pic>
        <p:nvPicPr>
          <p:cNvPr id="4" name="Picture 3" descr="figure-3-3-use-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143000"/>
            <a:ext cx="4572000" cy="32942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Core Academic and Student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59893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Academic structure: years, terms, classes, sections, subjects, teacher profiles.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Student registration, profile management, photo handling, and enrollment.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School Admin dashboard for operational visibility and navigation.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Teacher dashboard for assigned class and attendance workflows.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Attendance entry with date/class/section filtering and summary views.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Module design keeps controllers thin and business rules in services.</a:t>
            </a:r>
          </a:p>
        </p:txBody>
      </p:sp>
      <p:pic>
        <p:nvPicPr>
          <p:cNvPr id="4" name="Picture 3" descr="01_overview-dashboard-school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143000"/>
            <a:ext cx="4846320" cy="23810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Attendance, Fees, and Examinations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608075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Attendance: daily entry, review, and reporting by class and date.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Fees: structures, collection, receipts, outstanding balances (sandbox transactions only).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Examinations: exam setup, marks entry, grade scales, result processing.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Report cards: printable academic outputs with assignment-scoped teacher access.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Workflows use service-layer transactions and policy checks.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Activity and audit evidence recorded for sensitive operations.</a:t>
            </a:r>
          </a:p>
        </p:txBody>
      </p:sp>
      <p:pic>
        <p:nvPicPr>
          <p:cNvPr id="4" name="Picture 3" descr="02_fees-collect-accoun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59" y="1143000"/>
            <a:ext cx="4754880" cy="25871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Reports, Analytics, and System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608075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Reports hub: Student, Attendance, Fee, Examination, School, and User reports.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Role-specific dashboards with Chart.js summaries where applicable.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Activity Log: user action evidence for operational monitoring.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Audit Trail: data-change history for accountability.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Backup Management: Super Admin backup operation records and export evidence.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System Operations separated from the operational Reports hub by design.</a:t>
            </a:r>
          </a:p>
        </p:txBody>
      </p:sp>
      <p:pic>
        <p:nvPicPr>
          <p:cNvPr id="4" name="Picture 3" descr="02_reports-accoun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59" y="1143000"/>
            <a:ext cx="4754880" cy="25854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Security and Tenant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6263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Authentication, CSRF protection, session security, and server-side validation.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Policies and Gates enforce module-level and record-level authorization.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Tenant isolation via school_id scopes — never trust client-supplied tenant keys.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Private storage for student photos; controlled access to sensitive records.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Automated tenant-isolation tests plus two-browser SHA/SHB smoke validation.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Cross-tenant data exposure treated as a critical defect.</a:t>
            </a:r>
          </a:p>
        </p:txBody>
      </p:sp>
      <p:pic>
        <p:nvPicPr>
          <p:cNvPr id="4" name="Picture 3" descr="tenant-isolation-sha-stu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143000"/>
            <a:ext cx="45720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Testing and Validation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58978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394 automated tests with 3,312 assertions in the Laravel test suite.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Feature tests for workflows; policy tests for RBAC denials.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Tenant-isolation, security, and rollback scenarios covered.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Manual smoke testing across four roles on the deployed application.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Pint, migrations, seeders, and release gates used during development.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System considered ready for MCA report evidence and live demonstration.</a:t>
            </a:r>
          </a:p>
        </p:txBody>
      </p:sp>
      <p:pic>
        <p:nvPicPr>
          <p:cNvPr id="4" name="Picture 3" descr="php-artisan-test-394-pas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79" y="1143000"/>
            <a:ext cx="4937760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Cloud Deployment and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608075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Deployed cloud-hosted School Portal for evaluator access.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Live URL: schoolportal.pagescorch.com (HTTPS).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Demo schools seeded for multi-tenant demonstration (SHA, SHB, SHC).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GitHub repository available for source and documentation review.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Installation, deployment, and smoke-test guides included in project docs.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Supports Qollabb live-demo and viva evaluation requirements.</a:t>
            </a:r>
          </a:p>
        </p:txBody>
      </p:sp>
      <p:pic>
        <p:nvPicPr>
          <p:cNvPr id="4" name="Picture 3" descr="01_overview-dashboard-super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59" y="1143000"/>
            <a:ext cx="4754880" cy="25871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Achievements, Limitations,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Achieved: full MCA scope — 15 modules, native multi-tenancy, RBAC, reports, ops evidence.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Achieved: documented architecture, testing strategy, and deployment package.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Limitation: sandbox fee workflow only — no production payment gateway.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Limitation: no parent/student portals, mobile app, SMS, or custom roles.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Future: parent portal, notifications, live payments, richer analytics, API integrations.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Future: performance tuning and extended operational monitoring as schools scale.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Conclusion and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School Portal centralizes multi-school administration in one secure SaaS platform.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Native school_id tenancy, RBAC, and layered architecture support maintainability.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Core academic, attendance, fee, examination, and reporting workflows are implemented.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394 tests and live deployment provide strong MCA submission evidence.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Live demo: https://schoolportal.pagescorch.com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Source code: https://github.com/abdulbaquee/multi-tenant-school-saas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Thank you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